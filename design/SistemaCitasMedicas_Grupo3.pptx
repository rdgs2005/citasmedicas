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1" r:id="rId3"/>
    <p:sldId id="262" r:id="rId4"/>
    <p:sldId id="265" r:id="rId5"/>
    <p:sldId id="263" r:id="rId6"/>
    <p:sldId id="266" r:id="rId7"/>
    <p:sldId id="267" r:id="rId8"/>
    <p:sldId id="268" r:id="rId9"/>
    <p:sldId id="269" r:id="rId10"/>
    <p:sldId id="264" r:id="rId11"/>
    <p:sldId id="270" r:id="rId12"/>
    <p:sldId id="271" r:id="rId13"/>
    <p:sldId id="274" r:id="rId14"/>
    <p:sldId id="272" r:id="rId15"/>
    <p:sldId id="273" r:id="rId16"/>
    <p:sldId id="275" r:id="rId17"/>
    <p:sldId id="276" r:id="rId18"/>
    <p:sldId id="277" r:id="rId19"/>
    <p:sldId id="260" r:id="rId20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DAVID GARZON SANTACRUZ" userId="34915f65-1115-4927-877d-96dd6cdac26c" providerId="ADAL" clId="{57635761-65FB-4304-A90E-704D872D266A}"/>
    <pc:docChg chg="modSld">
      <pc:chgData name="RICARDO DAVID GARZON SANTACRUZ" userId="34915f65-1115-4927-877d-96dd6cdac26c" providerId="ADAL" clId="{57635761-65FB-4304-A90E-704D872D266A}" dt="2025-11-24T17:21:21.675" v="3" actId="20577"/>
      <pc:docMkLst>
        <pc:docMk/>
      </pc:docMkLst>
      <pc:sldChg chg="modSp mod">
        <pc:chgData name="RICARDO DAVID GARZON SANTACRUZ" userId="34915f65-1115-4927-877d-96dd6cdac26c" providerId="ADAL" clId="{57635761-65FB-4304-A90E-704D872D266A}" dt="2025-11-24T17:21:13.414" v="1" actId="20577"/>
        <pc:sldMkLst>
          <pc:docMk/>
          <pc:sldMk cId="1487700712" sldId="256"/>
        </pc:sldMkLst>
        <pc:spChg chg="mod">
          <ac:chgData name="RICARDO DAVID GARZON SANTACRUZ" userId="34915f65-1115-4927-877d-96dd6cdac26c" providerId="ADAL" clId="{57635761-65FB-4304-A90E-704D872D266A}" dt="2025-11-24T17:21:13.414" v="1" actId="20577"/>
          <ac:spMkLst>
            <pc:docMk/>
            <pc:sldMk cId="1487700712" sldId="256"/>
            <ac:spMk id="3" creationId="{48B6CF59-4E5B-494D-A2F7-97ADD01E6497}"/>
          </ac:spMkLst>
        </pc:spChg>
      </pc:sldChg>
      <pc:sldChg chg="modSp mod">
        <pc:chgData name="RICARDO DAVID GARZON SANTACRUZ" userId="34915f65-1115-4927-877d-96dd6cdac26c" providerId="ADAL" clId="{57635761-65FB-4304-A90E-704D872D266A}" dt="2025-11-24T17:21:21.675" v="3" actId="20577"/>
        <pc:sldMkLst>
          <pc:docMk/>
          <pc:sldMk cId="3501347425" sldId="260"/>
        </pc:sldMkLst>
        <pc:spChg chg="mod">
          <ac:chgData name="RICARDO DAVID GARZON SANTACRUZ" userId="34915f65-1115-4927-877d-96dd6cdac26c" providerId="ADAL" clId="{57635761-65FB-4304-A90E-704D872D266A}" dt="2025-11-24T17:21:21.675" v="3" actId="20577"/>
          <ac:spMkLst>
            <pc:docMk/>
            <pc:sldMk cId="3501347425" sldId="260"/>
            <ac:spMk id="3" creationId="{A9CB511D-EA45-4336-847C-1252667143B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24/11/2025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24/11/2025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5D182-38D3-A452-85F3-46546EEA3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D0F2C5C-9117-7A42-64B5-E3386FB74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9227A4A-AABA-B10F-936E-D714D9B66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9C8F10-0C42-1739-81CB-6AC5E35DA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8252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9F408-BBB1-B9EF-AE8A-B66F004F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3801E6-87AA-735A-B6E0-0C485BD19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01C62E7-023B-DE40-2EDE-90F809413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2B0F1A-DD6B-84F9-A94E-4629BA8A0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5405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C877C-E27E-2454-0E2A-8DBBEA1A4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277AC3-75C5-50FB-C1AB-6AB6747D0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6C9C1AC-B84E-5B9D-D8B0-0328B07AB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B4E3C0-19A0-B684-0C42-2F90B0137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664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1B7D7-1F46-F941-8E25-C1E42D040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1DBD06E-17E8-F63A-333D-932F4BE46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3E7D870-0DBE-D111-4A29-64986B401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E8EA1D-1F07-F242-1A88-4F4CEC302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5487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BE855-4C24-2AFB-19B8-6072DFC1C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2E29C9-9308-7242-FA34-1C4259740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C8273A2-1F2F-53AD-9887-FE9D66709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2DBEC2-E83B-297D-727A-B09BE0EBA1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3377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6A921-C794-21C6-3008-167B6D28F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ED9D34-A4B8-9B93-EE03-2FCE25F8C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DD7C3F-4F58-1D0E-6028-A500D4404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BD1A56-4402-0667-02A0-D1B65B3A6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4474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48D4E-A4CE-6F02-E2BC-3AB987E7A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0609A6-9BC5-611B-E66E-80E63BB7B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5F74653-4FF1-877C-AA2C-11BAD49E8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DCF29C-46E7-A7E0-CDB4-8091EEAF6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19411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0765B-D604-A2E9-EE99-28E4727D5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1D5AEA-06F4-C955-3466-3DAC5E7C3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3E4B6DB-28B6-C09B-9699-6A554B670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B26D7B-44D0-C45B-4BA4-1CC6953D1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5978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8547D-733B-2B17-CDEA-EA611EA52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FE7859E-F551-6A06-7214-8957FCDB0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43BB1D-C09A-363F-F1D6-784A76674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E6BCFC-C773-AD3E-4ED8-A4C70FC2E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5233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018CC-5C5D-2C98-34AB-FE02BC289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8A0D6B-A69D-73D1-7DFE-8CBFCBBA9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E44C445-58BD-2638-56B3-4D7DCFDAA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278256-E0F8-19C6-649A-3D192B60F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8075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C9E5C-E689-8C7B-3A2A-F7C4A401D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6B43A3F-908A-6125-DF38-3CE950875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44A784A-A58A-9490-0AE6-673E59BC3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32E9D6-E2EF-BFEE-2296-46D93CCAE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3229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24/11/2025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24/11/2025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24/11/2025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24/11/2025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24/11/2025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24/11/2025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24/11/2025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24/11/2025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24/11/2025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24/11/2025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24/11/2025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24/11/2025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es-ES" sz="6000" dirty="0">
                <a:solidFill>
                  <a:schemeClr val="bg1"/>
                </a:solidFill>
              </a:rPr>
              <a:t>Sistema de citas medicas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7CEBFF"/>
                </a:solidFill>
              </a:rPr>
              <a:t>Grupo 3: Bajaña ERICK &amp; GARZÓN RICARDO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FFFEFF"/>
                </a:solidFill>
              </a:rPr>
              <a:t>MODELO ENTIDAD-RELACION</a:t>
            </a:r>
          </a:p>
        </p:txBody>
      </p:sp>
      <p:pic>
        <p:nvPicPr>
          <p:cNvPr id="1026" name="Picture 2" descr="¿Cómo funciona una BASE DE DATOS? Qué es, para que sirve y usos">
            <a:extLst>
              <a:ext uri="{FF2B5EF4-FFF2-40B4-BE49-F238E27FC236}">
                <a16:creationId xmlns:a16="http://schemas.microsoft.com/office/drawing/2014/main" id="{B34D9FAB-A809-4F9B-C09B-25F060CEE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11" y="653252"/>
            <a:ext cx="7654977" cy="419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44677-7B0A-5204-ADDE-94DEDC10E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AA60D7-120C-459D-A0AD-64899428A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90" y="717146"/>
            <a:ext cx="11765017" cy="58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146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14785-2E92-4983-C5E4-D0F8C2548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1285723C-9135-7AB1-2DAF-95B220116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2050" name="Picture 2" descr="Experto en Administración de Bases de Datos con MySQL (80 horas ...">
            <a:extLst>
              <a:ext uri="{FF2B5EF4-FFF2-40B4-BE49-F238E27FC236}">
                <a16:creationId xmlns:a16="http://schemas.microsoft.com/office/drawing/2014/main" id="{6176186B-6F6A-2FD6-FA74-FEB5DDB5E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9" y="0"/>
            <a:ext cx="12192000" cy="739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8562B202-3393-FE36-D5CC-68704BF3B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806E86-CB3D-CE35-176A-451ACBCC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FFFEFF"/>
                </a:solidFill>
              </a:rPr>
              <a:t>MODELO RELACIONAL</a:t>
            </a:r>
          </a:p>
        </p:txBody>
      </p:sp>
    </p:spTree>
    <p:extLst>
      <p:ext uri="{BB962C8B-B14F-4D97-AF65-F5344CB8AC3E}">
        <p14:creationId xmlns:p14="http://schemas.microsoft.com/office/powerpoint/2010/main" val="2643244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4FD5-1602-E1EB-BD9E-E07DE3966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9ACC3-E4FE-4E8F-0F30-0D205A09C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55256E-812F-69E0-6A42-39909ADAD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2" y="738795"/>
            <a:ext cx="11612596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677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32E7CE-BFAD-A2D4-2D70-7C21A71D5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60A44E92-847D-673C-D49C-7EBCC51BA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B2EF1C8-4C9F-9860-EA06-961D7C874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99765B-F7FB-7BF7-E2B0-373B4B6BB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FFFEFF"/>
                </a:solidFill>
              </a:rPr>
              <a:t>DIAGRAMA DE CASOS DE USO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4503B1-C923-6BBF-E8B4-284DF8920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200" y="1075822"/>
            <a:ext cx="5428093" cy="361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947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DEB3F-977A-67FE-7D78-CA005FE7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03844D-29E2-93A9-A42C-29CC9A72E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1660"/>
            <a:ext cx="12192000" cy="617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45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F91E7-1778-4641-86DC-7162EB947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8A2F91AC-439B-83A8-85D6-E9E35DECD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C78B67D-B3A9-25E8-AD44-0CF518729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F6AA5D-8372-A35A-2F6A-C4762DE1D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FFFEFF"/>
                </a:solidFill>
              </a:rPr>
              <a:t>ARQUITECTURA DEL PROGRAMA</a:t>
            </a:r>
          </a:p>
        </p:txBody>
      </p:sp>
      <p:pic>
        <p:nvPicPr>
          <p:cNvPr id="4098" name="Picture 2" descr="CASOS DE USO: Arquitectura de software">
            <a:extLst>
              <a:ext uri="{FF2B5EF4-FFF2-40B4-BE49-F238E27FC236}">
                <a16:creationId xmlns:a16="http://schemas.microsoft.com/office/drawing/2014/main" id="{375F72B4-2547-4385-BCA1-753395938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997" y="844887"/>
            <a:ext cx="62865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2655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725FA-6A37-F2C6-0763-99B057B6F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F5AF1A-3EFF-83C9-1749-C2BEEDC9E4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39" b="5961"/>
          <a:stretch>
            <a:fillRect/>
          </a:stretch>
        </p:blipFill>
        <p:spPr>
          <a:xfrm>
            <a:off x="359504" y="734517"/>
            <a:ext cx="11472991" cy="644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221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8C982-EC4F-957C-58E4-394C69E08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2DE30AF6-21FF-73D2-4276-C2240F198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F26FE4D-8652-112A-D028-EAC24275E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96D35F-FA53-40EB-537C-8382D0827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FFFEFF"/>
                </a:solidFill>
              </a:rPr>
              <a:t>HERRAMIENTAS</a:t>
            </a:r>
          </a:p>
        </p:txBody>
      </p:sp>
      <p:pic>
        <p:nvPicPr>
          <p:cNvPr id="5126" name="Picture 6" descr="Why It's Important to Update Java">
            <a:extLst>
              <a:ext uri="{FF2B5EF4-FFF2-40B4-BE49-F238E27FC236}">
                <a16:creationId xmlns:a16="http://schemas.microsoft.com/office/drawing/2014/main" id="{26649DA5-142D-0326-1186-2D8969C06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455" y="1121987"/>
            <a:ext cx="4966741" cy="372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Tutorial JavaFX - Java">
            <a:extLst>
              <a:ext uri="{FF2B5EF4-FFF2-40B4-BE49-F238E27FC236}">
                <a16:creationId xmlns:a16="http://schemas.microsoft.com/office/drawing/2014/main" id="{FF554828-B03A-F68E-295F-F9ADB75CD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874643"/>
            <a:ext cx="4238625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7EBBB1-2523-BF20-08CE-BB1446EFD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817" y="874643"/>
            <a:ext cx="4078054" cy="42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50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0A4978-A77E-8CE0-CD4A-D233C732A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2BB0DB6C-9F30-42C2-8328-F24C246B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A2BEE6B-6B5B-2639-E74B-04CBFD564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69BF13-C0FF-31F0-CF1F-2662CEEF1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FFFEFF"/>
                </a:solidFill>
              </a:rPr>
              <a:t>Implementación base de datos</a:t>
            </a:r>
          </a:p>
        </p:txBody>
      </p:sp>
      <p:pic>
        <p:nvPicPr>
          <p:cNvPr id="1026" name="Picture 2" descr="¿Cómo funciona una BASE DE DATOS? Qué es, para que sirve y usos">
            <a:extLst>
              <a:ext uri="{FF2B5EF4-FFF2-40B4-BE49-F238E27FC236}">
                <a16:creationId xmlns:a16="http://schemas.microsoft.com/office/drawing/2014/main" id="{F2ED30BD-34E8-034C-B62C-C777B9FA9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11" y="653252"/>
            <a:ext cx="7654977" cy="419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91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9DA22-C351-6D7A-88CE-CEB36946F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305DD49-6E89-A252-930E-831D6E40F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635" y="702391"/>
            <a:ext cx="11924729" cy="506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370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022A4-53AB-9B1A-C33D-A9162DF05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D216A240-59EA-389C-9202-53015EC0A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74CE8117-B39F-A1EC-9F91-AC3FAF6107C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DE908192-ED4E-3785-F0BB-288D3FDAA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A507D9C5-F92B-9FBA-BC74-73C0EAC3F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A6CFA51F-2C39-05F9-93FE-287062B8E5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1861131-4071-95FB-812F-35CA80071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F0E7584-9ED3-6D57-6179-59DBBAD5A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878BE8-BDD5-EA7C-FA57-BC20148ED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es-ES" sz="6000" dirty="0">
                <a:solidFill>
                  <a:schemeClr val="bg1"/>
                </a:solidFill>
              </a:rPr>
              <a:t>INTERFACES</a:t>
            </a:r>
          </a:p>
        </p:txBody>
      </p:sp>
    </p:spTree>
    <p:extLst>
      <p:ext uri="{BB962C8B-B14F-4D97-AF65-F5344CB8AC3E}">
        <p14:creationId xmlns:p14="http://schemas.microsoft.com/office/powerpoint/2010/main" val="2580798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87BB2E-9642-9772-D16D-E44882852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987A0388-C2A1-AE9D-6C56-4AC8734D1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52AE9E7-2CF7-6A1B-A537-B668D17D8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63469B-44EE-6EBA-1BC5-3DF00ED7F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024" y="536712"/>
            <a:ext cx="7904446" cy="624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177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AC04D-62D0-23EB-4499-5A90A3DCA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04568340-261F-919D-8F82-0BBD761F1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F181979-696E-3B60-F7D7-0D862609C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79E216-9925-8666-19ED-B98E4529C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653" y="536712"/>
            <a:ext cx="8051188" cy="631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09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0D0C6-D2F3-DD22-CA0F-F5216039A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C4ADD6A3-08D1-7789-E91A-040F4714D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1F69D49-8E14-F3C9-843A-4BB1E3944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BA42D9-CD43-6157-407C-8E275AFD7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242" y="534582"/>
            <a:ext cx="9023515" cy="632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56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C2FD00-B69F-FEF8-9BC6-2CC4BAEFD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6FC51F73-89D9-D7C9-A9BD-AE5681C59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DADDFBD-12B5-6407-A2A3-F4FEF989F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26F748-BCFB-1536-D8ED-352DE7626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96" y="561538"/>
            <a:ext cx="10328407" cy="629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17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B7801-04F0-009F-004D-8BE490A54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DE66F1F6-2326-9015-554F-BAB04084B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6E343E3-5633-6E1C-3B41-F27611FEC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673009-D86F-AB1A-308E-A37572E00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42" y="536712"/>
            <a:ext cx="9832316" cy="632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124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s-ES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r>
              <a:rPr lang="es-ES">
                <a:solidFill>
                  <a:schemeClr val="bg2"/>
                </a:solidFill>
              </a:rPr>
              <a:t>GRUPO 3</a:t>
            </a:r>
            <a:endParaRPr lang="es-ES" dirty="0">
              <a:solidFill>
                <a:schemeClr val="bg2"/>
              </a:solidFill>
            </a:endParaRPr>
          </a:p>
          <a:p>
            <a:pPr rtl="0"/>
            <a:endParaRPr lang="es-ES" dirty="0">
              <a:solidFill>
                <a:schemeClr val="bg2"/>
              </a:solidFill>
            </a:endParaRPr>
          </a:p>
          <a:p>
            <a:pPr rtl="0"/>
            <a:endParaRPr lang="es-ES" dirty="0">
              <a:solidFill>
                <a:schemeClr val="bg2"/>
              </a:solidFill>
            </a:endParaRPr>
          </a:p>
        </p:txBody>
      </p:sp>
      <p:pic>
        <p:nvPicPr>
          <p:cNvPr id="5" name="Imagen 4" descr="Números digitale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9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{79F352AC-5D16-43D9-A215-9A55E8F5FFD3}TF9cd6fad6-da1d-416b-8dc8-a086cd1045b10fc9cf83_win32-66f3597afc39</Template>
  <TotalTime>63</TotalTime>
  <Words>47</Words>
  <Application>Microsoft Office PowerPoint</Application>
  <PresentationFormat>Widescreen</PresentationFormat>
  <Paragraphs>25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Gill Sans MT</vt:lpstr>
      <vt:lpstr>Wingdings 2</vt:lpstr>
      <vt:lpstr>Personalizado</vt:lpstr>
      <vt:lpstr>Sistema de citas medicas</vt:lpstr>
      <vt:lpstr>MODELO ENTIDAD-RELACION</vt:lpstr>
      <vt:lpstr>PowerPoint Presentation</vt:lpstr>
      <vt:lpstr>MODELO RELACIONAL</vt:lpstr>
      <vt:lpstr>PowerPoint Presentation</vt:lpstr>
      <vt:lpstr>DIAGRAMA DE CASOS DE USO</vt:lpstr>
      <vt:lpstr>PowerPoint Presentation</vt:lpstr>
      <vt:lpstr>ARQUITECTURA DEL PROGRAMA</vt:lpstr>
      <vt:lpstr>PowerPoint Presentation</vt:lpstr>
      <vt:lpstr>HERRAMIENTAS</vt:lpstr>
      <vt:lpstr>Implementación base de datos</vt:lpstr>
      <vt:lpstr>PowerPoint Presentation</vt:lpstr>
      <vt:lpstr>INTERFACES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DAVID GARZON SANTACRUZ</dc:creator>
  <cp:lastModifiedBy>RICARDO DAVID GARZON SANTACRUZ</cp:lastModifiedBy>
  <cp:revision>1</cp:revision>
  <dcterms:created xsi:type="dcterms:W3CDTF">2025-11-24T16:18:01Z</dcterms:created>
  <dcterms:modified xsi:type="dcterms:W3CDTF">2025-11-24T17:21:22Z</dcterms:modified>
</cp:coreProperties>
</file>